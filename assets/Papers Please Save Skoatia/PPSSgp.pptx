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1" r:id="rId3"/>
    <p:sldId id="282" r:id="rId4"/>
    <p:sldId id="283" r:id="rId5"/>
    <p:sldId id="284" r:id="rId6"/>
    <p:sldId id="261" r:id="rId7"/>
    <p:sldId id="262" r:id="rId8"/>
    <p:sldId id="263" r:id="rId9"/>
    <p:sldId id="264" r:id="rId10"/>
    <p:sldId id="265" r:id="rId11"/>
    <p:sldId id="278" r:id="rId12"/>
    <p:sldId id="268" r:id="rId13"/>
    <p:sldId id="269" r:id="rId14"/>
    <p:sldId id="275" r:id="rId15"/>
    <p:sldId id="27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гейм" id="{A8393605-C8DE-4EFB-A6BA-8187797FBF26}">
          <p14:sldIdLst>
            <p14:sldId id="279"/>
            <p14:sldId id="281"/>
            <p14:sldId id="282"/>
            <p14:sldId id="283"/>
          </p14:sldIdLst>
        </p14:section>
        <p14:section name="СЮЖЕТ" id="{8F2B72ED-730C-491C-9E75-07B113E1FBD2}">
          <p14:sldIdLst>
            <p14:sldId id="284"/>
            <p14:sldId id="261"/>
            <p14:sldId id="262"/>
            <p14:sldId id="263"/>
            <p14:sldId id="264"/>
            <p14:sldId id="265"/>
            <p14:sldId id="278"/>
            <p14:sldId id="268"/>
            <p14:sldId id="269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0D0D"/>
    <a:srgbClr val="B27CB2"/>
    <a:srgbClr val="804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60C6-2ADB-ED04-5873-06D140A9C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5595D7-9F38-D21D-9B06-CD613C24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3A613-6781-1D68-D9BC-3845AE93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8F98F-3761-AE10-8C54-7ECF015E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EF7D-EBA5-E1E2-914F-08C39648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9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47D1-3F6E-2F0B-30B6-AE556AEE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3FE41-7589-12A7-81D2-27893C304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13734-7635-A71A-4FAC-D4028375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E9569-7936-D258-ED35-E2C9D981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85D2-C22B-026F-2ED7-8CD44527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574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D067-B1C2-66E1-86F9-B534FEB6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0CB09-B504-9ADE-E2CE-258E6A5F8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155A1-328D-15AE-0236-3C956BE03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75337-25B0-381D-738E-62C22329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2ED50-2D3E-4294-B2C1-3EF1E747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4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67EF-4C2F-CBDB-EDF5-54032CB8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FE22D-E1EE-ABB2-F43D-85FFEF4A7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6BA51-1040-8110-38D4-DD058178E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E2D59-6CD7-93C5-D728-B0D5D5BD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ABC67-979B-9FE0-D139-ED3804AA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A485B-3FFB-7245-F247-8706731C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74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66E9-549D-C9C3-B99F-580A2E4A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99D59-0AE0-6993-1849-AAA648F2B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384E3-B79E-EEA6-40E1-C5500F20D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0D42F-CD72-2E95-32A8-90699407D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736A6-A50B-D727-4AC8-D1F1BC6DF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44031-06E4-310D-16F0-98DCBC02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C1287-52BB-D48D-AAA2-12D6F51D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E1A9D-2834-24EC-A3EB-245E5588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53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22AC-A735-2A42-4021-B44C5906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3F73C-08D4-DD9A-011A-17E343AB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3DF6-91CE-B996-85A4-58B064AF0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A275E-E265-6E5D-101A-9DF6125D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091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7FAC27-AF66-80E8-1107-F0F65E65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E6F52A-B98E-089E-5C91-E8B193A67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20A86-B1B3-6F26-1CB8-BF0A4AB5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29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26D9F-DC7C-8254-0712-67CA742D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79FF6-A6B1-94BE-5F49-AE2FB6D92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E496-A928-6E84-60B4-588E5D6E7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B8589-F7E2-BD8F-B4F1-2242D843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F32F5-2C94-1410-DFE5-1055C3E1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3E5A5-ADB0-EFB5-C70D-FF31F5E7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6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B712-5016-0212-0CFB-C0FE3700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E80D2-5983-7665-C388-D5B54A184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68120-D830-312C-64D9-DF4D332A8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27C-58D7-B7E1-CD1E-188F0C06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7F46C-E23B-CBC3-5B05-E66A578F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677B-5465-CB4A-2AC7-F61EFE9D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97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FEAE6-BCA7-92F9-8B56-0C7FA058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E576C-BC53-2F10-F217-575C5EF62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9803B-F61C-5FC8-8C27-4160A364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73FF7-4A25-4D05-DFC9-1BBB7C7C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7C91E-55BD-01A2-E1BC-613EF16F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09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A244C5-AB49-CA06-3B4C-DAE196DA2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318FF-A4AA-0FF4-0E40-A4EB49C5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A32F9-F98A-4520-74AE-40E5A2B5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CCDD-3525-37FA-6DAF-FFBC1E4E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2328-46CC-8E21-8734-0E1FF607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40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6972A-05DA-2FE5-05A0-A8FB8CF8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9DB8E-B0A0-C03C-4A6C-F3C05D56D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14E2A-B564-F615-F364-B7623927F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99289-E988-40A6-815D-F29BD1528D2D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94C9B-1FDF-1D35-7089-BE53D46A6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897FF-D2DD-94AC-1ABC-03969DFC1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39889-30B0-4D68-9E4A-46B6B99C41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86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audio" Target="../media/audio3.wav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slide" Target="slide3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hyperlink" Target="file:///C:\Users\&#1040;&#1076;&#1084;&#1080;&#1085;&#1080;&#1089;&#1090;&#1088;&#1072;&#1090;&#1086;&#1088;\Music\&#1055;&#1055;&#1057;&#1057;\Papers%20Please%20Save%20Skoatia\&#1080;&#1076;&#1080;%20&#1085;&#1072;&#1093;&#1091;&#1081;.pptx" TargetMode="External"/><Relationship Id="rId5" Type="http://schemas.openxmlformats.org/officeDocument/2006/relationships/image" Target="../media/image5.png"/><Relationship Id="rId15" Type="http://schemas.openxmlformats.org/officeDocument/2006/relationships/audio" Target="../media/audio4.wav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slide" Target="slide4.xml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t.me/ppssdev" TargetMode="External"/><Relationship Id="rId13" Type="http://schemas.openxmlformats.org/officeDocument/2006/relationships/image" Target="../media/image17.png"/><Relationship Id="rId1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microsoft.com/office/2007/relationships/hdphoto" Target="../media/hdphoto2.wdp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.me/ppssost" TargetMode="External"/><Relationship Id="rId11" Type="http://schemas.openxmlformats.org/officeDocument/2006/relationships/slide" Target="slide3.xml"/><Relationship Id="rId5" Type="http://schemas.openxmlformats.org/officeDocument/2006/relationships/image" Target="../media/image12.png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19" Type="http://schemas.openxmlformats.org/officeDocument/2006/relationships/image" Target="../media/image21.png"/><Relationship Id="rId4" Type="http://schemas.openxmlformats.org/officeDocument/2006/relationships/hyperlink" Target="https://www.youtube.com/@femili_lavv" TargetMode="External"/><Relationship Id="rId9" Type="http://schemas.openxmlformats.org/officeDocument/2006/relationships/image" Target="../media/image14.png"/><Relationship Id="rId1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microsoft.com/office/2007/relationships/hdphoto" Target="../media/hdphoto3.wdp"/><Relationship Id="rId5" Type="http://schemas.openxmlformats.org/officeDocument/2006/relationships/image" Target="../media/image22.png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4.mp3"/><Relationship Id="rId7" Type="http://schemas.openxmlformats.org/officeDocument/2006/relationships/image" Target="../media/image23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audio1.wav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audio" Target="../media/audio1.wav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0" Type="http://schemas.microsoft.com/office/2007/relationships/hdphoto" Target="../media/hdphoto5.wdp"/><Relationship Id="rId4" Type="http://schemas.openxmlformats.org/officeDocument/2006/relationships/audio" Target="../media/audio1.wav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image" Target="../media/image33.png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media" Target="../media/media8.mp3"/><Relationship Id="rId1" Type="http://schemas.openxmlformats.org/officeDocument/2006/relationships/audio" Target="NULL" TargetMode="External"/><Relationship Id="rId6" Type="http://schemas.openxmlformats.org/officeDocument/2006/relationships/image" Target="../media/image1.png"/><Relationship Id="rId5" Type="http://schemas.openxmlformats.org/officeDocument/2006/relationships/image" Target="../media/image34.png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image" Target="../media/image38.png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wav"/><Relationship Id="rId2" Type="http://schemas.microsoft.com/office/2007/relationships/media" Target="../media/media10.wav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39.png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1.png"/><Relationship Id="rId5" Type="http://schemas.openxmlformats.org/officeDocument/2006/relationships/image" Target="../media/image40.png"/><Relationship Id="rId4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p3"/><Relationship Id="rId7" Type="http://schemas.openxmlformats.org/officeDocument/2006/relationships/image" Target="../media/image1.png"/><Relationship Id="rId2" Type="http://schemas.microsoft.com/office/2007/relationships/media" Target="../media/media12.mp3"/><Relationship Id="rId1" Type="http://schemas.openxmlformats.org/officeDocument/2006/relationships/tags" Target="../tags/tag2.xml"/><Relationship Id="rId6" Type="http://schemas.openxmlformats.org/officeDocument/2006/relationships/image" Target="../media/image41.png"/><Relationship Id="rId5" Type="http://schemas.openxmlformats.org/officeDocument/2006/relationships/audio" Target="../media/audio1.wav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7F9-72E7-4FCB-B61D-DAFD4E53D99E}"/>
              </a:ext>
            </a:extLst>
          </p:cNvPr>
          <p:cNvSpPr txBox="1"/>
          <p:nvPr/>
        </p:nvSpPr>
        <p:spPr>
          <a:xfrm>
            <a:off x="1930436" y="2274838"/>
            <a:ext cx="83311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ПО МОТИВАМ БАРОККО</a:t>
            </a:r>
          </a:p>
          <a:p>
            <a:pPr algn="ctr"/>
            <a:r>
              <a:rPr lang="ru-RU" sz="4800" dirty="0">
                <a:solidFill>
                  <a:schemeClr val="bg1"/>
                </a:solidFill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«БОЖЕ, ХРАНИ СКОАТИЮ»</a:t>
            </a:r>
          </a:p>
          <a:p>
            <a:pPr algn="ctr"/>
            <a:r>
              <a:rPr lang="ru-RU" sz="4800" dirty="0">
                <a:solidFill>
                  <a:schemeClr val="bg1"/>
                </a:solidFill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АМИРСУЛТАНА</a:t>
            </a:r>
          </a:p>
        </p:txBody>
      </p:sp>
      <p:pic>
        <p:nvPicPr>
          <p:cNvPr id="5" name="menu">
            <a:hlinkClick r:id="" action="ppaction://media"/>
            <a:extLst>
              <a:ext uri="{FF2B5EF4-FFF2-40B4-BE49-F238E27FC236}">
                <a16:creationId xmlns:a16="http://schemas.microsoft.com/office/drawing/2014/main" id="{C0F45531-B8F1-44A6-A59C-3102391000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07166" y="121588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4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5500"/>
    </mc:Choice>
    <mc:Fallback xmlns="">
      <p:transition advTm="5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4" showWhenStopped="0">
                <p:cTn id="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0BC4FFF-B5EF-4856-9FEF-EE1F78B417E1}"/>
              </a:ext>
            </a:extLst>
          </p:cNvPr>
          <p:cNvSpPr txBox="1"/>
          <p:nvPr/>
        </p:nvSpPr>
        <p:spPr>
          <a:xfrm>
            <a:off x="3288179" y="3013501"/>
            <a:ext cx="56156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ФАНАТСКАЯ ИГРА</a:t>
            </a:r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3E13335D-A910-4EBB-A34C-B00B004F8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2822" y="83593"/>
            <a:ext cx="6006356" cy="4557202"/>
          </a:xfrm>
          <a:prstGeom prst="rect">
            <a:avLst/>
          </a:prstGeom>
        </p:spPr>
      </p:pic>
      <p:pic>
        <p:nvPicPr>
          <p:cNvPr id="16" name="papers">
            <a:extLst>
              <a:ext uri="{FF2B5EF4-FFF2-40B4-BE49-F238E27FC236}">
                <a16:creationId xmlns:a16="http://schemas.microsoft.com/office/drawing/2014/main" id="{A416FA9E-A024-424F-90D6-BECDF6EDBD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22" y="83593"/>
            <a:ext cx="6006356" cy="4557203"/>
          </a:xfrm>
          <a:prstGeom prst="rect">
            <a:avLst/>
          </a:prstGeom>
        </p:spPr>
      </p:pic>
      <p:pic>
        <p:nvPicPr>
          <p:cNvPr id="18" name="please">
            <a:extLst>
              <a:ext uri="{FF2B5EF4-FFF2-40B4-BE49-F238E27FC236}">
                <a16:creationId xmlns:a16="http://schemas.microsoft.com/office/drawing/2014/main" id="{C9A5F735-2554-4BEC-987B-9107BA86CD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22" y="83593"/>
            <a:ext cx="6006356" cy="4557203"/>
          </a:xfrm>
          <a:prstGeom prst="rect">
            <a:avLst/>
          </a:prstGeom>
        </p:spPr>
      </p:pic>
      <p:pic>
        <p:nvPicPr>
          <p:cNvPr id="20" name="ss">
            <a:extLst>
              <a:ext uri="{FF2B5EF4-FFF2-40B4-BE49-F238E27FC236}">
                <a16:creationId xmlns:a16="http://schemas.microsoft.com/office/drawing/2014/main" id="{BE2F084E-A8A3-4CB2-8DCE-9E89F1DF6A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412" y="84799"/>
            <a:ext cx="6003176" cy="455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4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advTm="1000">
        <p14:warp dir="in"/>
      </p:transition>
    </mc:Choice>
    <mc:Fallback xmlns="">
      <p:transition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201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rder-bo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1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rder-bo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1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rder-bo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751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order-guardshot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logo">
            <a:extLst>
              <a:ext uri="{FF2B5EF4-FFF2-40B4-BE49-F238E27FC236}">
                <a16:creationId xmlns:a16="http://schemas.microsoft.com/office/drawing/2014/main" id="{3E13335D-A910-4EBB-A34C-B00B004F8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2822" y="83593"/>
            <a:ext cx="6006356" cy="4557202"/>
          </a:xfrm>
          <a:prstGeom prst="rect">
            <a:avLst/>
          </a:prstGeom>
        </p:spPr>
      </p:pic>
      <p:pic>
        <p:nvPicPr>
          <p:cNvPr id="16" name="papers">
            <a:extLst>
              <a:ext uri="{FF2B5EF4-FFF2-40B4-BE49-F238E27FC236}">
                <a16:creationId xmlns:a16="http://schemas.microsoft.com/office/drawing/2014/main" id="{A416FA9E-A024-424F-90D6-BECDF6EDB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22" y="83593"/>
            <a:ext cx="6006356" cy="4557203"/>
          </a:xfrm>
          <a:prstGeom prst="rect">
            <a:avLst/>
          </a:prstGeom>
        </p:spPr>
      </p:pic>
      <p:pic>
        <p:nvPicPr>
          <p:cNvPr id="18" name="please">
            <a:extLst>
              <a:ext uri="{FF2B5EF4-FFF2-40B4-BE49-F238E27FC236}">
                <a16:creationId xmlns:a16="http://schemas.microsoft.com/office/drawing/2014/main" id="{C9A5F735-2554-4BEC-987B-9107BA86C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22" y="83593"/>
            <a:ext cx="6006356" cy="4557203"/>
          </a:xfrm>
          <a:prstGeom prst="rect">
            <a:avLst/>
          </a:prstGeom>
        </p:spPr>
      </p:pic>
      <p:pic>
        <p:nvPicPr>
          <p:cNvPr id="20" name="ss">
            <a:extLst>
              <a:ext uri="{FF2B5EF4-FFF2-40B4-BE49-F238E27FC236}">
                <a16:creationId xmlns:a16="http://schemas.microsoft.com/office/drawing/2014/main" id="{BE2F084E-A8A3-4CB2-8DCE-9E89F1DF6A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412" y="84799"/>
            <a:ext cx="6003176" cy="45547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07B637-56F3-4F2B-B388-F63963AB08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086" y="251738"/>
            <a:ext cx="762106" cy="762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886D1F-CEDE-4E69-B783-B166DFA747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11" y="5697521"/>
            <a:ext cx="2172578" cy="419269"/>
          </a:xfrm>
          <a:prstGeom prst="rect">
            <a:avLst/>
          </a:prstGeom>
        </p:spPr>
      </p:pic>
      <p:pic>
        <p:nvPicPr>
          <p:cNvPr id="8" name="Picture 7">
            <a:hlinkClick r:id="rId9" action="ppaction://hlinksldjump"/>
            <a:extLst>
              <a:ext uri="{FF2B5EF4-FFF2-40B4-BE49-F238E27FC236}">
                <a16:creationId xmlns:a16="http://schemas.microsoft.com/office/drawing/2014/main" id="{B0462632-D287-4446-90C0-BB254F02B3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711" y="5053617"/>
            <a:ext cx="2172578" cy="419269"/>
          </a:xfrm>
          <a:prstGeom prst="rect">
            <a:avLst/>
          </a:prstGeom>
        </p:spPr>
      </p:pic>
      <p:pic>
        <p:nvPicPr>
          <p:cNvPr id="15" name="Picture 14">
            <a:hlinkClick r:id="rId11" action="ppaction://hlinkpres?slideindex=1&amp;slidetitle=" tooltip="Иди нахуй"/>
            <a:extLst>
              <a:ext uri="{FF2B5EF4-FFF2-40B4-BE49-F238E27FC236}">
                <a16:creationId xmlns:a16="http://schemas.microsoft.com/office/drawing/2014/main" id="{9B959666-5531-4AC0-A619-1569064DD8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113" y="6444226"/>
            <a:ext cx="1753773" cy="171565"/>
          </a:xfrm>
          <a:prstGeom prst="rect">
            <a:avLst/>
          </a:prstGeom>
        </p:spPr>
      </p:pic>
      <p:pic>
        <p:nvPicPr>
          <p:cNvPr id="19" name="Picture 18">
            <a:hlinkClick r:id="rId13" action="ppaction://hlinksldjump"/>
            <a:extLst>
              <a:ext uri="{FF2B5EF4-FFF2-40B4-BE49-F238E27FC236}">
                <a16:creationId xmlns:a16="http://schemas.microsoft.com/office/drawing/2014/main" id="{3156D819-2B00-4E64-8309-7B4C6BAF44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78" y="5784017"/>
            <a:ext cx="858278" cy="858278"/>
          </a:xfrm>
          <a:prstGeom prst="rect">
            <a:avLst/>
          </a:prstGeom>
        </p:spPr>
      </p:pic>
      <p:sp>
        <p:nvSpPr>
          <p:cNvPr id="22" name="Action Button: Go Home 21">
            <a:hlinkClick r:id="" action="ppaction://hlinkshowjump?jump=endshow" highlightClick="1">
              <a:snd r:embed="rId15" name="button-up.wav"/>
            </a:hlinkClick>
            <a:extLst>
              <a:ext uri="{FF2B5EF4-FFF2-40B4-BE49-F238E27FC236}">
                <a16:creationId xmlns:a16="http://schemas.microsoft.com/office/drawing/2014/main" id="{42C52B66-893A-4222-BC7C-F13018AD0951}"/>
              </a:ext>
            </a:extLst>
          </p:cNvPr>
          <p:cNvSpPr/>
          <p:nvPr/>
        </p:nvSpPr>
        <p:spPr>
          <a:xfrm>
            <a:off x="11133496" y="251738"/>
            <a:ext cx="762106" cy="762106"/>
          </a:xfrm>
          <a:prstGeom prst="actionButtonHom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44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logo">
            <a:extLst>
              <a:ext uri="{FF2B5EF4-FFF2-40B4-BE49-F238E27FC236}">
                <a16:creationId xmlns:a16="http://schemas.microsoft.com/office/drawing/2014/main" id="{1D0354CF-7C4B-4F28-B136-F89295CDE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2822" y="83593"/>
            <a:ext cx="6006356" cy="45572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010BA52-52D1-46BE-8245-2ACC883E6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355"/>
            <a:ext cx="12192000" cy="349250"/>
          </a:xfrm>
          <a:prstGeom prst="rect">
            <a:avLst/>
          </a:prstGeom>
        </p:spPr>
      </p:pic>
      <p:pic>
        <p:nvPicPr>
          <p:cNvPr id="27" name="Picture 26">
            <a:hlinkClick r:id="rId4"/>
            <a:extLst>
              <a:ext uri="{FF2B5EF4-FFF2-40B4-BE49-F238E27FC236}">
                <a16:creationId xmlns:a16="http://schemas.microsoft.com/office/drawing/2014/main" id="{ADDD66F6-BE76-4530-899E-F6F655B76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877" y="216925"/>
            <a:ext cx="3374106" cy="324067"/>
          </a:xfrm>
          <a:prstGeom prst="rect">
            <a:avLst/>
          </a:prstGeom>
        </p:spPr>
      </p:pic>
      <p:pic>
        <p:nvPicPr>
          <p:cNvPr id="29" name="Picture 28">
            <a:hlinkClick r:id="rId6"/>
            <a:extLst>
              <a:ext uri="{FF2B5EF4-FFF2-40B4-BE49-F238E27FC236}">
                <a16:creationId xmlns:a16="http://schemas.microsoft.com/office/drawing/2014/main" id="{FA55F591-CB5D-44B1-9922-3A5D5BB45A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492" y="5593385"/>
            <a:ext cx="953642" cy="1144371"/>
          </a:xfrm>
          <a:prstGeom prst="rect">
            <a:avLst/>
          </a:prstGeom>
        </p:spPr>
      </p:pic>
      <p:pic>
        <p:nvPicPr>
          <p:cNvPr id="31" name="Picture 30">
            <a:hlinkClick r:id="rId8"/>
            <a:extLst>
              <a:ext uri="{FF2B5EF4-FFF2-40B4-BE49-F238E27FC236}">
                <a16:creationId xmlns:a16="http://schemas.microsoft.com/office/drawing/2014/main" id="{FFB8C2FF-A69B-41AF-99D9-F43D87CAEE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45" y="213171"/>
            <a:ext cx="1753309" cy="30492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5FB72F-0A81-44F8-B789-33E7DCDE41C2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4" y="2636325"/>
            <a:ext cx="3135822" cy="610008"/>
          </a:xfrm>
          <a:prstGeom prst="rect">
            <a:avLst/>
          </a:prstGeom>
        </p:spPr>
      </p:pic>
      <p:pic>
        <p:nvPicPr>
          <p:cNvPr id="35" name="Picture 34">
            <a:hlinkClick r:id="rId11" action="ppaction://hlinksldjump"/>
            <a:extLst>
              <a:ext uri="{FF2B5EF4-FFF2-40B4-BE49-F238E27FC236}">
                <a16:creationId xmlns:a16="http://schemas.microsoft.com/office/drawing/2014/main" id="{581BD1C6-5B9E-429E-8A25-C27741ECCF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4" y="5993700"/>
            <a:ext cx="3145353" cy="6100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303080-2127-42F0-BE23-E562DF8343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738" y="4303439"/>
            <a:ext cx="3144521" cy="609846"/>
          </a:xfrm>
          <a:prstGeom prst="rect">
            <a:avLst/>
          </a:prstGeom>
        </p:spPr>
      </p:pic>
      <p:pic>
        <p:nvPicPr>
          <p:cNvPr id="39" name="Picture 38">
            <a:hlinkClick r:id="rId14" action="ppaction://hlinksldjump"/>
            <a:extLst>
              <a:ext uri="{FF2B5EF4-FFF2-40B4-BE49-F238E27FC236}">
                <a16:creationId xmlns:a16="http://schemas.microsoft.com/office/drawing/2014/main" id="{1490BEFA-B2A2-4B91-A125-91DED9FDEE9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4" y="1804857"/>
            <a:ext cx="3145353" cy="61000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349B86D-4EDD-410A-BDFE-3B3050BE449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23" y="1812447"/>
            <a:ext cx="3145353" cy="61000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0003AA9-DA1F-4BC2-934E-AA1CCCED3A0A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5" y="4303439"/>
            <a:ext cx="3145353" cy="61000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89628C6-39E4-48C6-ABEC-03658E78E7D7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85" y="3474419"/>
            <a:ext cx="3145353" cy="6100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0E57ADE-FCCA-4212-9FB8-C0D486424F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23" y="5158205"/>
            <a:ext cx="3144521" cy="60984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EB08F1F-CA15-4F15-ACF5-0661354011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23" y="3474581"/>
            <a:ext cx="3144521" cy="60984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35DA76C-06F7-4093-8A22-B4EEDD87B4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790" y="2641467"/>
            <a:ext cx="3144521" cy="609846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DB8BD73-F6FA-44A9-932C-893769486D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789" y="6005183"/>
            <a:ext cx="3144521" cy="60984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2803F9C-4EEC-4716-B5C4-5EDB86940D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659" y="4303439"/>
            <a:ext cx="3144521" cy="60984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1E27E58-A2F8-41BB-89F3-F078EBA3A3F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829" y="3478271"/>
            <a:ext cx="3144521" cy="60984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B597573-8871-421D-BABA-3303DA27A3C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942" y="2636406"/>
            <a:ext cx="3144521" cy="6098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B77FD21-15E6-4187-BC7A-87714590C2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828" y="1805019"/>
            <a:ext cx="3144521" cy="60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5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B68F95-DD59-4D95-8DDC-8B933EC043A5}"/>
              </a:ext>
            </a:extLst>
          </p:cNvPr>
          <p:cNvSpPr txBox="1"/>
          <p:nvPr/>
        </p:nvSpPr>
        <p:spPr>
          <a:xfrm>
            <a:off x="1335722" y="2828835"/>
            <a:ext cx="9520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i="0" u="none" strike="noStrike" dirty="0">
                <a:solidFill>
                  <a:schemeClr val="bg1"/>
                </a:solidFill>
                <a:effectLst/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В политике нет места гуманизму.</a:t>
            </a:r>
          </a:p>
          <a:p>
            <a:pPr algn="ctr"/>
            <a:r>
              <a:rPr lang="ru-RU" sz="3600" b="1" i="0" u="none" strike="noStrike" dirty="0">
                <a:solidFill>
                  <a:schemeClr val="bg1"/>
                </a:solidFill>
                <a:effectLst/>
                <a:latin typeface="Bulletin" panose="00000400000000000000" pitchFamily="2" charset="0"/>
                <a:ea typeface="Bulletin" panose="00000400000000000000" pitchFamily="2" charset="0"/>
                <a:cs typeface="Bulletin" panose="00000400000000000000" pitchFamily="2" charset="0"/>
              </a:rPr>
              <a:t>И политика дело не человеческое.</a:t>
            </a:r>
            <a:endParaRPr lang="ru-RU" sz="3600" dirty="0">
              <a:solidFill>
                <a:schemeClr val="bg1"/>
              </a:solidFill>
              <a:latin typeface="Bulletin" panose="00000400000000000000" pitchFamily="2" charset="0"/>
              <a:ea typeface="Bulletin" panose="00000400000000000000" pitchFamily="2" charset="0"/>
              <a:cs typeface="Bulletin" panose="00000400000000000000" pitchFamily="2" charset="0"/>
            </a:endParaRPr>
          </a:p>
        </p:txBody>
      </p:sp>
      <p:pic>
        <p:nvPicPr>
          <p:cNvPr id="5" name="chain-click">
            <a:hlinkClick r:id="" action="ppaction://media"/>
            <a:extLst>
              <a:ext uri="{FF2B5EF4-FFF2-40B4-BE49-F238E27FC236}">
                <a16:creationId xmlns:a16="http://schemas.microsoft.com/office/drawing/2014/main" id="{4C6FF347-EDCB-431B-ADF5-8D9AAA57C4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806548" y="146421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2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>
        <p:sndAc>
          <p:endSnd/>
        </p:sndAc>
      </p:transition>
    </mc:Choice>
    <mc:Fallback xmlns="">
      <p:transition spd="slow" advTm="10000">
        <p:sndAc>
          <p:endSnd/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6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302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B2B202-A07F-5035-BCE4-FC51113C3E6A}"/>
              </a:ext>
            </a:extLst>
          </p:cNvPr>
          <p:cNvSpPr txBox="1"/>
          <p:nvPr/>
        </p:nvSpPr>
        <p:spPr>
          <a:xfrm>
            <a:off x="5311971" y="6396335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1925 год. </a:t>
            </a:r>
          </a:p>
        </p:txBody>
      </p:sp>
      <p:pic>
        <p:nvPicPr>
          <p:cNvPr id="4" name="nar_01">
            <a:hlinkClick r:id="" action="ppaction://media"/>
            <a:extLst>
              <a:ext uri="{FF2B5EF4-FFF2-40B4-BE49-F238E27FC236}">
                <a16:creationId xmlns:a16="http://schemas.microsoft.com/office/drawing/2014/main" id="{809F5E35-F55E-B0F3-2BDF-4D36643EA3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12723" y="1904787"/>
            <a:ext cx="609600" cy="609600"/>
          </a:xfrm>
          <a:prstGeom prst="rect">
            <a:avLst/>
          </a:prstGeom>
        </p:spPr>
      </p:pic>
      <p:pic>
        <p:nvPicPr>
          <p:cNvPr id="5" name="History">
            <a:hlinkClick r:id="" action="ppaction://media"/>
            <a:extLst>
              <a:ext uri="{FF2B5EF4-FFF2-40B4-BE49-F238E27FC236}">
                <a16:creationId xmlns:a16="http://schemas.microsoft.com/office/drawing/2014/main" id="{4978D28F-BE51-D1A7-8965-4CD138370FA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919317" y="86769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66868"/>
      </p:ext>
    </p:extLst>
  </p:cSld>
  <p:clrMapOvr>
    <a:masterClrMapping/>
  </p:clrMapOvr>
  <p:transition spd="slow" advTm="1500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numSld="999">
                <p:cTn id="1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ar_02">
            <a:hlinkClick r:id="" action="ppaction://media"/>
            <a:extLst>
              <a:ext uri="{FF2B5EF4-FFF2-40B4-BE49-F238E27FC236}">
                <a16:creationId xmlns:a16="http://schemas.microsoft.com/office/drawing/2014/main" id="{F8A522DE-C533-F934-4B68-C5FF4CB4B6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31520" y="2331720"/>
            <a:ext cx="609600" cy="609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82D2-36C8-443F-9BB2-2C7A60EA52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EF1238-B51E-440D-8C62-BDB2EA9EC3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3855" y="0"/>
            <a:ext cx="12192000" cy="6857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50118E-5202-4ECA-8508-E7E7800B86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BCCE25-CC22-4170-B534-F129E500A4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скоатия">
            <a:extLst>
              <a:ext uri="{FF2B5EF4-FFF2-40B4-BE49-F238E27FC236}">
                <a16:creationId xmlns:a16="http://schemas.microsoft.com/office/drawing/2014/main" id="{6E7BA85D-3D5D-4FC9-8349-DDC05D722D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B2B202-A07F-5035-BCE4-FC51113C3E6A}"/>
              </a:ext>
            </a:extLst>
          </p:cNvPr>
          <p:cNvSpPr txBox="1"/>
          <p:nvPr/>
        </p:nvSpPr>
        <p:spPr>
          <a:xfrm>
            <a:off x="3458899" y="5842337"/>
            <a:ext cx="52742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i="0" u="none" strike="noStrike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Император  Скоатии</a:t>
            </a:r>
          </a:p>
          <a:p>
            <a:pPr algn="ctr"/>
            <a:r>
              <a:rPr lang="ru-RU" sz="2000" i="0" u="none" strike="noStrike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Францис  Юзеф I </a:t>
            </a:r>
            <a:r>
              <a:rPr lang="ru-RU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-</a:t>
            </a:r>
            <a:r>
              <a:rPr lang="ru-RU" sz="2000" i="0" u="none" strike="noStrike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бессмертный  правитель </a:t>
            </a:r>
          </a:p>
          <a:p>
            <a:pPr algn="ctr"/>
            <a:r>
              <a:rPr lang="ru-RU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«страны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</a:t>
            </a:r>
            <a:r>
              <a:rPr lang="ru-RU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пурпурного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</a:t>
            </a:r>
            <a:r>
              <a:rPr lang="ru-RU" sz="2000" dirty="0">
                <a:ln w="3175"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солнца».</a:t>
            </a:r>
          </a:p>
        </p:txBody>
      </p:sp>
    </p:spTree>
    <p:extLst>
      <p:ext uri="{BB962C8B-B14F-4D97-AF65-F5344CB8AC3E}">
        <p14:creationId xmlns:p14="http://schemas.microsoft.com/office/powerpoint/2010/main" val="318522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15000">
        <p15:prstTrans prst="drape"/>
      </p:transition>
    </mc:Choice>
    <mc:Fallback xmlns="">
      <p:transition spd="slow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ar_03">
            <a:hlinkClick r:id="" action="ppaction://media"/>
            <a:extLst>
              <a:ext uri="{FF2B5EF4-FFF2-40B4-BE49-F238E27FC236}">
                <a16:creationId xmlns:a16="http://schemas.microsoft.com/office/drawing/2014/main" id="{877E9B56-4B8C-4741-C899-156DC6F2BD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929640" y="1478280"/>
            <a:ext cx="609600" cy="60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D47AC1-4C21-49A1-B689-33DD7A049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21670" y="0"/>
            <a:ext cx="12192000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DD2E6-FF89-4193-AF7B-EF209F18ED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501" y="0"/>
            <a:ext cx="1219199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C4652A-2B9A-4023-AD37-07A9CD07AA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512B96-B9F3-4481-90D9-A5350D87E2FC}"/>
              </a:ext>
            </a:extLst>
          </p:cNvPr>
          <p:cNvSpPr txBox="1"/>
          <p:nvPr/>
        </p:nvSpPr>
        <p:spPr>
          <a:xfrm>
            <a:off x="4564170" y="6396335"/>
            <a:ext cx="3063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0" i="0" u="none" strike="noStrike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effectLst/>
                <a:latin typeface="Chixa" pitchFamily="2" charset="0"/>
                <a:ea typeface="Chixa" pitchFamily="2" charset="0"/>
                <a:cs typeface="Chixa" pitchFamily="2" charset="0"/>
              </a:rPr>
              <a:t>Однако, он умирает.</a:t>
            </a:r>
            <a:endParaRPr lang="ru-RU" sz="2400" dirty="0">
              <a:ln>
                <a:solidFill>
                  <a:schemeClr val="tx1"/>
                </a:solidFill>
              </a:ln>
              <a:solidFill>
                <a:srgbClr val="B27CB2"/>
              </a:solidFill>
              <a:latin typeface="Chixa" pitchFamily="2" charset="0"/>
              <a:ea typeface="Chixa" pitchFamily="2" charset="0"/>
              <a:cs typeface="Chix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31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000">
        <p159:morph option="byObject"/>
      </p:transition>
    </mc:Choice>
    <mc:Fallback xmlns="">
      <p:transition spd="slow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6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BE384-1764-2436-C0EC-86BED8A7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B78394-0493-EC35-0E4F-B1C341C79ABD}"/>
              </a:ext>
            </a:extLst>
          </p:cNvPr>
          <p:cNvSpPr txBox="1"/>
          <p:nvPr/>
        </p:nvSpPr>
        <p:spPr>
          <a:xfrm>
            <a:off x="3365926" y="6150114"/>
            <a:ext cx="54601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Его  смерть  привела  страну  к  катастрофе.  </a:t>
            </a:r>
            <a:b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</a:b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Миллионы</a:t>
            </a:r>
            <a:r>
              <a:rPr lang="en-US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</a:t>
            </a: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людей  погибло </a:t>
            </a:r>
            <a:r>
              <a:rPr lang="en-US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</a:t>
            </a: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в</a:t>
            </a:r>
            <a:r>
              <a:rPr lang="en-US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</a:t>
            </a: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 войне.  </a:t>
            </a:r>
          </a:p>
        </p:txBody>
      </p:sp>
      <p:pic>
        <p:nvPicPr>
          <p:cNvPr id="7" name="nar_04">
            <a:hlinkClick r:id="" action="ppaction://media"/>
            <a:extLst>
              <a:ext uri="{FF2B5EF4-FFF2-40B4-BE49-F238E27FC236}">
                <a16:creationId xmlns:a16="http://schemas.microsoft.com/office/drawing/2014/main" id="{537D4A6B-D08D-A62E-76AD-B599BB5091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609600" y="176734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17335"/>
      </p:ext>
    </p:extLst>
  </p:cSld>
  <p:clrMapOvr>
    <a:masterClrMapping/>
  </p:clrMapOvr>
  <p:transition spd="slow" advTm="1500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41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4E9C3-6E79-6FAD-95DF-D35561BE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ar_05">
            <a:hlinkClick r:id="" action="ppaction://media"/>
            <a:extLst>
              <a:ext uri="{FF2B5EF4-FFF2-40B4-BE49-F238E27FC236}">
                <a16:creationId xmlns:a16="http://schemas.microsoft.com/office/drawing/2014/main" id="{D2D66286-C604-F87A-859D-E85C3BF72C1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33" end="764.375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86581" y="1358823"/>
            <a:ext cx="609600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C6B5FC-ADD7-45E6-AAD4-12EFC0646219}"/>
              </a:ext>
            </a:extLst>
          </p:cNvPr>
          <p:cNvSpPr txBox="1"/>
          <p:nvPr/>
        </p:nvSpPr>
        <p:spPr>
          <a:xfrm>
            <a:off x="1849488" y="6396335"/>
            <a:ext cx="8493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По  факту: Империя  умерла. И началась гражданская война.</a:t>
            </a:r>
          </a:p>
        </p:txBody>
      </p:sp>
    </p:spTree>
    <p:extLst>
      <p:ext uri="{BB962C8B-B14F-4D97-AF65-F5344CB8AC3E}">
        <p14:creationId xmlns:p14="http://schemas.microsoft.com/office/powerpoint/2010/main" val="2919155848"/>
      </p:ext>
    </p:extLst>
  </p:cSld>
  <p:clrMapOvr>
    <a:masterClrMapping/>
  </p:clrMapOvr>
  <p:transition spd="slow" advClick="0" advTm="1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75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4E9C3-6E79-6FAD-95DF-D35561BEB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C87B7D-3AA4-4F43-A35F-F8F056050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effectLst>
            <a:glow>
              <a:schemeClr val="accent1">
                <a:alpha val="40000"/>
              </a:schemeClr>
            </a:glow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F6AA4ABE-C4E6-45BD-A241-FCD5DC9CDE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16393868"/>
                  </p:ext>
                </p:extLst>
              </p:nvPr>
            </p:nvGraphicFramePr>
            <p:xfrm>
              <a:off x="8539553" y="5309568"/>
              <a:ext cx="526405" cy="296102"/>
            </p:xfrm>
            <a:graphic>
              <a:graphicData uri="http://schemas.microsoft.com/office/powerpoint/2016/slidezoom">
                <pslz:sldZm>
                  <pslz:sldZmObj sldId="268" cId="3278258803">
                    <pslz:zmPr id="{B958A203-B40E-441F-ACEF-F7DFF2C8E894}" returnToParent="0" imageType="cover" transitionDur="1000">
                      <p166:blipFill xmlns:p166="http://schemas.microsoft.com/office/powerpoint/2016/6/main"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6405" cy="296102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6AA4ABE-C4E6-45BD-A241-FCD5DC9CDE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39553" y="5309568"/>
                <a:ext cx="526405" cy="296102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8163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1000">
        <p159:morph option="byObject"/>
      </p:transition>
    </mc:Choice>
    <mc:Fallback xmlns="">
      <p:transition spd="med" advClick="0" advTm="1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76FEE-CA1E-D31D-AB51-25DCCD89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9D58CC-417F-FF7B-D0E7-F1A63E6719F2}"/>
              </a:ext>
            </a:extLst>
          </p:cNvPr>
          <p:cNvSpPr txBox="1"/>
          <p:nvPr/>
        </p:nvSpPr>
        <p:spPr>
          <a:xfrm>
            <a:off x="3925373" y="6150114"/>
            <a:ext cx="43412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Власть  в  руки  взяло  регенство</a:t>
            </a:r>
            <a:b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</a:b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под  управлением  </a:t>
            </a:r>
            <a:r>
              <a:rPr lang="ru-RU" sz="2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Эмиля  Краувеца.</a:t>
            </a:r>
          </a:p>
        </p:txBody>
      </p:sp>
      <p:pic>
        <p:nvPicPr>
          <p:cNvPr id="2" name="nar_06">
            <a:hlinkClick r:id="" action="ppaction://media"/>
            <a:extLst>
              <a:ext uri="{FF2B5EF4-FFF2-40B4-BE49-F238E27FC236}">
                <a16:creationId xmlns:a16="http://schemas.microsoft.com/office/drawing/2014/main" id="{838FCD52-F247-1EC6-C4E3-FCBB76A231C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317523" y="91194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5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78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76FEE-CA1E-D31D-AB51-25DCCD89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mera-flash">
            <a:hlinkClick r:id="" action="ppaction://media"/>
            <a:extLst>
              <a:ext uri="{FF2B5EF4-FFF2-40B4-BE49-F238E27FC236}">
                <a16:creationId xmlns:a16="http://schemas.microsoft.com/office/drawing/2014/main" id="{9E205F8A-6E0F-4A8E-ADCD-078F63CA055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073426" y="1851991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8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as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ar_07">
            <a:hlinkClick r:id="" action="ppaction://media"/>
            <a:extLst>
              <a:ext uri="{FF2B5EF4-FFF2-40B4-BE49-F238E27FC236}">
                <a16:creationId xmlns:a16="http://schemas.microsoft.com/office/drawing/2014/main" id="{2D268D70-9BF4-4FC7-9C3D-9F44811283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899160" y="899160"/>
            <a:ext cx="609600" cy="60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06B52-01DE-4994-8EFB-C8C68FBA60F3}"/>
              </a:ext>
            </a:extLst>
          </p:cNvPr>
          <p:cNvSpPr txBox="1"/>
          <p:nvPr/>
        </p:nvSpPr>
        <p:spPr>
          <a:xfrm>
            <a:off x="3640039" y="6457890"/>
            <a:ext cx="4911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Положение  империи  улучшилось.</a:t>
            </a:r>
          </a:p>
        </p:txBody>
      </p:sp>
    </p:spTree>
    <p:extLst>
      <p:ext uri="{BB962C8B-B14F-4D97-AF65-F5344CB8AC3E}">
        <p14:creationId xmlns:p14="http://schemas.microsoft.com/office/powerpoint/2010/main" val="426918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5000">
        <p159:morph option="byObject"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ar_12">
            <a:hlinkClick r:id="" action="ppaction://media"/>
            <a:extLst>
              <a:ext uri="{FF2B5EF4-FFF2-40B4-BE49-F238E27FC236}">
                <a16:creationId xmlns:a16="http://schemas.microsoft.com/office/drawing/2014/main" id="{524C64DF-B355-4A9A-9F5F-84D01FC01F2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940905" y="1918252"/>
            <a:ext cx="609600" cy="609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023F71-7214-4625-BABC-C73F918C1878}"/>
              </a:ext>
            </a:extLst>
          </p:cNvPr>
          <p:cNvSpPr txBox="1"/>
          <p:nvPr/>
        </p:nvSpPr>
        <p:spPr>
          <a:xfrm>
            <a:off x="3996707" y="6273225"/>
            <a:ext cx="4198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>
                <a:ln>
                  <a:solidFill>
                    <a:schemeClr val="tx1"/>
                  </a:solidFill>
                </a:ln>
                <a:solidFill>
                  <a:srgbClr val="B27CB2"/>
                </a:solidFill>
                <a:latin typeface="Chixa" pitchFamily="2" charset="0"/>
                <a:ea typeface="Chixa" pitchFamily="2" charset="0"/>
                <a:cs typeface="Chixa" pitchFamily="2" charset="0"/>
              </a:rPr>
              <a:t>Боже, храни Скоатию!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3513022"/>
      </p:ext>
    </p:extLst>
  </p:cSld>
  <p:clrMapOvr>
    <a:masterClrMapping/>
  </p:clrMapOvr>
  <p:transition spd="slow" advTm="15000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21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94</Words>
  <Application>Microsoft Office PowerPoint</Application>
  <PresentationFormat>Widescreen</PresentationFormat>
  <Paragraphs>16</Paragraphs>
  <Slides>15</Slides>
  <Notes>0</Notes>
  <HiddenSlides>0</HiddenSlides>
  <MMClips>12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Bulletin</vt:lpstr>
      <vt:lpstr>Calibri</vt:lpstr>
      <vt:lpstr>Calibri Light</vt:lpstr>
      <vt:lpstr>Chixa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Нажмите на кнопку просмотра слайд-шоу в хотбаре или перейдите в Slide Show -&gt; From Beginning       Далее нажмите левую кнопку мыши и начинайте игру. Для скипа истории нажмите сюда. Если у вас идут какие-либо ошибки, попробуйте перезапустить игру.  Боже, храни Скоатию.</dc:title>
  <dc:creator>Sultan Bekirov</dc:creator>
  <cp:lastModifiedBy>Sultan Bekirov</cp:lastModifiedBy>
  <cp:revision>112</cp:revision>
  <dcterms:created xsi:type="dcterms:W3CDTF">2024-08-31T16:27:44Z</dcterms:created>
  <dcterms:modified xsi:type="dcterms:W3CDTF">2026-05-27T10:49:25Z</dcterms:modified>
</cp:coreProperties>
</file>