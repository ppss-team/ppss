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70" r:id="rId5"/>
    <p:sldId id="260" r:id="rId6"/>
    <p:sldId id="268" r:id="rId7"/>
    <p:sldId id="267" r:id="rId8"/>
    <p:sldId id="266" r:id="rId9"/>
    <p:sldId id="262" r:id="rId10"/>
    <p:sldId id="269" r:id="rId11"/>
    <p:sldId id="271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41E4896-75FF-445B-94A0-15637911E946}">
          <p14:sldIdLst/>
        </p14:section>
        <p14:section name="intro" id="{780AB523-0D2C-49A2-9B90-BF3A8B7FB72A}">
          <p14:sldIdLst>
            <p14:sldId id="256"/>
            <p14:sldId id="264"/>
            <p14:sldId id="265"/>
            <p14:sldId id="270"/>
            <p14:sldId id="260"/>
            <p14:sldId id="268"/>
            <p14:sldId id="267"/>
          </p14:sldIdLst>
        </p14:section>
        <p14:section name="menu" id="{7A00A229-F7AF-4FC4-BDA0-F3E7EA092B70}">
          <p14:sldIdLst>
            <p14:sldId id="266"/>
          </p14:sldIdLst>
        </p14:section>
        <p14:section name="settings" id="{6365BC57-A302-448C-B809-8B68564B1E72}">
          <p14:sldIdLst>
            <p14:sldId id="262"/>
          </p14:sldIdLst>
        </p14:section>
        <p14:section name="game" id="{D21E68CE-65D8-4E93-9653-BEA9A76B35B0}">
          <p14:sldIdLst>
            <p14:sldId id="269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03" autoAdjust="0"/>
  </p:normalViewPr>
  <p:slideViewPr>
    <p:cSldViewPr>
      <p:cViewPr varScale="1">
        <p:scale>
          <a:sx n="65" d="100"/>
          <a:sy n="65" d="100"/>
        </p:scale>
        <p:origin x="912" y="10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9ACC-81FA-9AD3-F522-5078A2150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75DB8F-9611-F168-5F04-29BD8B3C33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0D9C6-D493-1CCB-8391-A9B1B6DB8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2F87E-646A-434A-A140-E375550486EB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A2540-4C9D-3260-35E6-4E18379B4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829FC-7C7D-C642-FB36-E4E0EFD6F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E38A-C469-42F6-B771-8267DC74D0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6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C38C-3FAB-28F7-A878-BF311A89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CEBE7-9CBA-D11D-3A22-895C5C982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5A8EF-CB5A-4522-6E45-DB3D7F80B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2F87E-646A-434A-A140-E375550486EB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86102-3282-B589-F8F3-D409F44E1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52B73-ACAC-1CD6-2272-77907F5E3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E38A-C469-42F6-B771-8267DC74D0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822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1C8A-0E9E-28B7-6BCD-A5874F365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C1427-E3DB-2B2B-2611-B8257BCE2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B5E67-F56C-DEF3-9546-694612E5F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2F87E-646A-434A-A140-E375550486EB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94BD6-A7B7-FDC3-8DDB-F46CD66B6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4B766-9CE0-C790-6A85-A8E94D613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E38A-C469-42F6-B771-8267DC74D0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0082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F643F-D83F-7EF2-B4D2-56A64566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788CE-D1D7-F2CA-8812-AB09B48BDA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5386C-788F-65B7-1580-4407F37C2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E18BF-4E49-1E09-6CD7-4ADBE31F9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2F87E-646A-434A-A140-E375550486EB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9EACA-29F6-A428-2297-092ECBA95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401E6-7B71-7415-0B20-0D32C339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E38A-C469-42F6-B771-8267DC74D0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08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374D-9C10-5BFE-51DC-599CBF8FF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977EB-39AA-B473-6099-E071BF1DB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048F5-FAD5-65E9-341A-BBA451EBE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A51D3A-8DE0-2427-68A1-BD45BDA07A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150DB5-29DD-369F-904F-A3319B1A9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7BBB05-42AF-FD0C-28B3-055F57EBA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2F87E-646A-434A-A140-E375550486EB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7F6148-FD80-A377-F6A7-16B6A210E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628D6E-360B-4AF5-9248-C6B952656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E38A-C469-42F6-B771-8267DC74D0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906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9B326-A423-65BF-A033-88F859F1F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7D6A71-3424-EF3B-7908-C318C596D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2F87E-646A-434A-A140-E375550486EB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22204E-2A1D-6E5B-4C3A-5356F65A7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290367-C0FA-609C-F275-5E14BCB6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E38A-C469-42F6-B771-8267DC74D0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963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3691F2-BD8F-314B-9516-F4AA678C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2F87E-646A-434A-A140-E375550486EB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D99AE3-2377-7B9A-E13E-FD079FF2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BC700C-7EB9-BD2C-6B5A-5207314AA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E38A-C469-42F6-B771-8267DC74D0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194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53AC3-4E91-23BE-8052-112778421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8D5D8-7477-58BB-C5E8-6B6AC1CED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97D8D-6A22-13E7-C1CF-AC16D763F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34A4C-3C40-4063-8083-36A75A6D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2F87E-646A-434A-A140-E375550486EB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CC426-5064-DB8F-6E6F-04A2D4D9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E10A6-BFB0-F588-ACB7-DBFEE100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E38A-C469-42F6-B771-8267DC74D0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11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BFEC6-CC9E-1B2F-3123-83B8EB04D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E10D15-E9AA-FA0D-A04F-3DE4978CFD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FE8E7-16B3-D1F2-8169-93E98EB92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6F385-6A41-7FE3-AEA9-B93BDFE3A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2F87E-646A-434A-A140-E375550486EB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E8A70-2663-9F6C-8D01-C0A35384C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F45A8-7CB6-C42D-9A37-D4B29DB98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E38A-C469-42F6-B771-8267DC74D0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9217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065B-95C5-E387-871C-9C0193ABE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F5254B-F6AE-9F27-9CE6-3EA638089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2435A-4BAB-2B55-8437-FDF58264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2F87E-646A-434A-A140-E375550486EB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5A2B8-C73C-E821-94CE-E9C4558EE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B973D-7997-384E-D1D8-4867F752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E38A-C469-42F6-B771-8267DC74D0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779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17129A-C1A4-B7E4-E36D-9423165BCC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0CD998-7EC9-203E-0670-5D7B621C8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1E5D9-55D8-6DDE-8FF8-7BD3DFAE7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2F87E-646A-434A-A140-E375550486EB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054C1-3E0F-6C11-22E6-794550C91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6FAB8-CDEE-8FB0-381E-4584AFE5B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E38A-C469-42F6-B771-8267DC74D0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6508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F55F42-6840-EDB5-599E-58EE31A75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6B1EE-3AE2-A1FF-3AC8-89A44180E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BA16B-CC6E-10FB-A7D6-8495A6AFDE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2F87E-646A-434A-A140-E375550486EB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66808-3ECF-BDE9-D4B8-D136CFF5B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60425-E7E7-D84E-B1CD-593ED5E83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1E38A-C469-42F6-B771-8267DC74D0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220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slide" Target="slide8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slide" Target="slide10.xml"/><Relationship Id="rId12" Type="http://schemas.openxmlformats.org/officeDocument/2006/relationships/image" Target="../media/image9.png"/><Relationship Id="rId17" Type="http://schemas.openxmlformats.org/officeDocument/2006/relationships/hyperlink" Target="https://www.youtube.com/@femili_lavv" TargetMode="External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slide" Target="slide9.xml"/><Relationship Id="rId5" Type="http://schemas.openxmlformats.org/officeDocument/2006/relationships/hyperlink" Target="https://www.youtube.com/watch?v=dQw4w9WgXcQ" TargetMode="External"/><Relationship Id="rId15" Type="http://schemas.openxmlformats.org/officeDocument/2006/relationships/image" Target="../media/image12.png"/><Relationship Id="rId10" Type="http://schemas.openxmlformats.org/officeDocument/2006/relationships/image" Target="../media/image8.png"/><Relationship Id="rId19" Type="http://schemas.openxmlformats.org/officeDocument/2006/relationships/audio" Target="../media/audio1.wav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hyperlink" Target="https://t.me/bekirou69" TargetMode="External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discord.gg/edpTPe9qCT" TargetMode="External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t.me/bekirou69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16.png"/><Relationship Id="rId5" Type="http://schemas.openxmlformats.org/officeDocument/2006/relationships/image" Target="../media/image21.png"/><Relationship Id="rId10" Type="http://schemas.openxmlformats.org/officeDocument/2006/relationships/hyperlink" Target="discord.gg/edpTPe9qCT" TargetMode="External"/><Relationship Id="rId4" Type="http://schemas.openxmlformats.org/officeDocument/2006/relationships/slide" Target="slide8.xml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t.me/bekirou69" TargetMode="External"/><Relationship Id="rId13" Type="http://schemas.openxmlformats.org/officeDocument/2006/relationships/slide" Target="slide10.xml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image" Target="../media/image2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16.png"/><Relationship Id="rId5" Type="http://schemas.openxmlformats.org/officeDocument/2006/relationships/image" Target="../media/image21.png"/><Relationship Id="rId10" Type="http://schemas.openxmlformats.org/officeDocument/2006/relationships/hyperlink" Target="discord.gg/edpTPe9qCT" TargetMode="External"/><Relationship Id="rId4" Type="http://schemas.openxmlformats.org/officeDocument/2006/relationships/slide" Target="slide8.xml"/><Relationship Id="rId9" Type="http://schemas.openxmlformats.org/officeDocument/2006/relationships/image" Target="../media/image18.png"/><Relationship Id="rId1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nu">
            <a:hlinkClick r:id="" action="ppaction://media"/>
            <a:extLst>
              <a:ext uri="{FF2B5EF4-FFF2-40B4-BE49-F238E27FC236}">
                <a16:creationId xmlns:a16="http://schemas.microsoft.com/office/drawing/2014/main" id="{4AA8F3BB-AFE0-1550-8302-0C4D775998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860322" y="-304800"/>
            <a:ext cx="609600" cy="609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2C9044-45DA-CCDF-0191-C510673F018A}"/>
              </a:ext>
            </a:extLst>
          </p:cNvPr>
          <p:cNvSpPr txBox="1"/>
          <p:nvPr/>
        </p:nvSpPr>
        <p:spPr>
          <a:xfrm>
            <a:off x="10344472" y="6237312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53Veda U" panose="00000400000000000000" pitchFamily="2" charset="-52"/>
                <a:hlinkClick r:id="rId5" action="ppaction://hlinksldjump"/>
              </a:rPr>
              <a:t>Пропустить</a:t>
            </a:r>
            <a:endParaRPr lang="ru-RU" sz="2400" dirty="0">
              <a:solidFill>
                <a:schemeClr val="bg1"/>
              </a:solidFill>
              <a:latin typeface="53Veda U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544726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70"/>
    </mc:Choice>
    <mc:Fallback xmlns="">
      <p:transition spd="slow" advClick="0" advTm="5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61EF85-46F2-F2DA-F99F-6B762101E664}"/>
              </a:ext>
            </a:extLst>
          </p:cNvPr>
          <p:cNvSpPr txBox="1"/>
          <p:nvPr/>
        </p:nvSpPr>
        <p:spPr>
          <a:xfrm>
            <a:off x="3426038" y="162232"/>
            <a:ext cx="5339923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900" dirty="0">
                <a:solidFill>
                  <a:schemeClr val="bg1"/>
                </a:solidFill>
                <a:highlight>
                  <a:srgbClr val="000000"/>
                </a:highlight>
                <a:latin typeface="AgitProp" panose="00000500000000000000" pitchFamily="2" charset="0"/>
              </a:rPr>
              <a:t>BHUMANUE!</a:t>
            </a:r>
            <a:endParaRPr lang="ru-RU" sz="69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083E05-5D0A-7AD3-7AF9-32060E15CB02}"/>
              </a:ext>
            </a:extLst>
          </p:cNvPr>
          <p:cNvSpPr txBox="1"/>
          <p:nvPr/>
        </p:nvSpPr>
        <p:spPr>
          <a:xfrm>
            <a:off x="10344472" y="6237312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53Veda U" panose="00000400000000000000" pitchFamily="2" charset="-52"/>
                <a:hlinkClick r:id="rId2" action="ppaction://hlinksldjump"/>
              </a:rPr>
              <a:t>Пропустить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53Veda U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595346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61EF85-46F2-F2DA-F99F-6B762101E664}"/>
              </a:ext>
            </a:extLst>
          </p:cNvPr>
          <p:cNvSpPr txBox="1"/>
          <p:nvPr/>
        </p:nvSpPr>
        <p:spPr>
          <a:xfrm>
            <a:off x="3426038" y="162232"/>
            <a:ext cx="5339923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900" dirty="0">
                <a:solidFill>
                  <a:schemeClr val="bg1"/>
                </a:solidFill>
                <a:highlight>
                  <a:srgbClr val="000000"/>
                </a:highlight>
                <a:latin typeface="AgitProp" panose="00000500000000000000" pitchFamily="2" charset="0"/>
              </a:rPr>
              <a:t>BHUMANUE!</a:t>
            </a:r>
            <a:endParaRPr lang="ru-RU" sz="69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98C50A-C15E-3DF5-138C-A00FB44B2189}"/>
              </a:ext>
            </a:extLst>
          </p:cNvPr>
          <p:cNvSpPr txBox="1"/>
          <p:nvPr/>
        </p:nvSpPr>
        <p:spPr>
          <a:xfrm>
            <a:off x="4195478" y="2138517"/>
            <a:ext cx="38010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latin typeface="53Veda U" panose="00000400000000000000" pitchFamily="2" charset="-52"/>
                <a:cs typeface="75blitzel" panose="00000400000000000000" pitchFamily="2" charset="0"/>
              </a:rPr>
              <a:t>Бла-бла-бла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64F965-D70A-0F32-2FC2-E3ABB2CB909D}"/>
              </a:ext>
            </a:extLst>
          </p:cNvPr>
          <p:cNvSpPr txBox="1"/>
          <p:nvPr/>
        </p:nvSpPr>
        <p:spPr>
          <a:xfrm>
            <a:off x="10344472" y="6237312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53Veda U" panose="00000400000000000000" pitchFamily="2" charset="-52"/>
                <a:hlinkClick r:id="rId2" action="ppaction://hlinksldjump"/>
              </a:rPr>
              <a:t>Пропустить</a:t>
            </a:r>
            <a:endParaRPr lang="ru-RU" sz="2400" dirty="0">
              <a:solidFill>
                <a:schemeClr val="bg1"/>
              </a:solidFill>
              <a:latin typeface="53Veda U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56330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5033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000"/>
    </mc:Choice>
    <mc:Fallback xmlns="">
      <p:transition spd="slow" advClick="0" advTm="4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0E1EC2E-294E-6CC6-A76F-90E3B5D46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104" y="102876"/>
            <a:ext cx="2141326" cy="137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64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3000">
        <p:fade/>
      </p:transition>
    </mc:Choice>
    <mc:Fallback xmlns="">
      <p:transition spd="med" advClick="0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2F791D-9E5E-8CA2-5337-6D530E03C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318" y="138758"/>
            <a:ext cx="4238836" cy="15460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022815-8A89-4683-7A3F-A5B42E1C4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104" y="102876"/>
            <a:ext cx="2141326" cy="137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5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6695F1-EDBC-E1C8-8275-95926D648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380" y="264777"/>
            <a:ext cx="4145278" cy="44715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97ABD2-45DA-5A00-08A1-2E0CCB902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104" y="102876"/>
            <a:ext cx="2141326" cy="13723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C79C74-C9FA-CF1F-B1C7-B3F1E520FA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318" y="138758"/>
            <a:ext cx="4238836" cy="154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8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37F699-0C0C-7B7B-B9F3-42010C4F6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104" y="102876"/>
            <a:ext cx="2141326" cy="13723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C07B75-6607-A1F2-272A-03C374151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318" y="138758"/>
            <a:ext cx="4238836" cy="15460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543EED-1BBA-1407-6E2C-5A2790C3FF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380" y="264777"/>
            <a:ext cx="4145278" cy="4471570"/>
          </a:xfrm>
          <a:prstGeom prst="rect">
            <a:avLst/>
          </a:prstGeom>
        </p:spPr>
      </p:pic>
      <p:pic>
        <p:nvPicPr>
          <p:cNvPr id="6" name="Picture 5">
            <a:hlinkClick r:id="rId5"/>
            <a:extLst>
              <a:ext uri="{FF2B5EF4-FFF2-40B4-BE49-F238E27FC236}">
                <a16:creationId xmlns:a16="http://schemas.microsoft.com/office/drawing/2014/main" id="{25FB66C0-467D-11B6-A165-48B38DD2B1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74" y="2710506"/>
            <a:ext cx="1258294" cy="885990"/>
          </a:xfrm>
          <a:prstGeom prst="rect">
            <a:avLst/>
          </a:prstGeom>
        </p:spPr>
      </p:pic>
      <p:pic>
        <p:nvPicPr>
          <p:cNvPr id="7" name="Picture 6">
            <a:hlinkClick r:id="rId7" action="ppaction://hlinksldjump"/>
            <a:extLst>
              <a:ext uri="{FF2B5EF4-FFF2-40B4-BE49-F238E27FC236}">
                <a16:creationId xmlns:a16="http://schemas.microsoft.com/office/drawing/2014/main" id="{5629C8F2-310B-7A69-5E2B-3B594ACA1C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540" y="4876748"/>
            <a:ext cx="3510684" cy="6419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E522C9-93E8-4BE2-CC76-E57187EEFB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720" y="126605"/>
            <a:ext cx="544049" cy="5518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E0B5E80-C54B-3FA8-9DC6-8AEAFC492F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539" y="5682129"/>
            <a:ext cx="3510685" cy="701264"/>
          </a:xfrm>
          <a:prstGeom prst="rect">
            <a:avLst/>
          </a:prstGeom>
        </p:spPr>
      </p:pic>
      <p:pic>
        <p:nvPicPr>
          <p:cNvPr id="20" name="Picture 19">
            <a:hlinkClick r:id="rId11" action="ppaction://hlinksldjump"/>
            <a:extLst>
              <a:ext uri="{FF2B5EF4-FFF2-40B4-BE49-F238E27FC236}">
                <a16:creationId xmlns:a16="http://schemas.microsoft.com/office/drawing/2014/main" id="{C0C12329-ABA5-4F67-400E-E18853BF62C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53" y="5943600"/>
            <a:ext cx="644671" cy="64467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2CAE494-E931-0E66-6884-0E9BB2A1104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322" y="5825612"/>
            <a:ext cx="577269" cy="70160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3EF1B70-C941-F14E-6331-2CC38376CA1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7107" y="3493597"/>
            <a:ext cx="532714" cy="53271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279D921-09FA-FB1D-B262-A78613F194F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244" y="1796339"/>
            <a:ext cx="565073" cy="67808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05C9BDE-5484-C254-CAC1-E1071C9DC64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0174" y="2715884"/>
            <a:ext cx="558344" cy="646749"/>
          </a:xfrm>
          <a:prstGeom prst="rect">
            <a:avLst/>
          </a:prstGeom>
        </p:spPr>
      </p:pic>
      <p:pic>
        <p:nvPicPr>
          <p:cNvPr id="8" name="Picture 7">
            <a:hlinkClick r:id="rId17"/>
            <a:extLst>
              <a:ext uri="{FF2B5EF4-FFF2-40B4-BE49-F238E27FC236}">
                <a16:creationId xmlns:a16="http://schemas.microsoft.com/office/drawing/2014/main" id="{A80F0160-9962-0DA8-03BF-ED610B7E4FF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7973" y="6598619"/>
            <a:ext cx="2979175" cy="143822"/>
          </a:xfrm>
          <a:prstGeom prst="rect">
            <a:avLst/>
          </a:prstGeom>
        </p:spPr>
      </p:pic>
      <p:sp>
        <p:nvSpPr>
          <p:cNvPr id="2" name="Action Button: Help 1">
            <a:hlinkClick r:id="" action="ppaction://hlinkshowjump?jump=endshow" highlightClick="1">
              <a:snd r:embed="rId19" name="click.wav"/>
            </a:hlinkClick>
            <a:extLst>
              <a:ext uri="{FF2B5EF4-FFF2-40B4-BE49-F238E27FC236}">
                <a16:creationId xmlns:a16="http://schemas.microsoft.com/office/drawing/2014/main" id="{6B8C7271-E7FE-8AAD-31B7-CEE9DB133D19}"/>
              </a:ext>
            </a:extLst>
          </p:cNvPr>
          <p:cNvSpPr/>
          <p:nvPr/>
        </p:nvSpPr>
        <p:spPr>
          <a:xfrm>
            <a:off x="4601539" y="5659103"/>
            <a:ext cx="3510685" cy="724290"/>
          </a:xfrm>
          <a:prstGeom prst="actionButtonHelp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Action Button: Help 8">
            <a:hlinkClick r:id="" action="ppaction://hlinkshowjump?jump=endshow" highlightClick="1">
              <a:snd r:embed="rId19" name="click.wav"/>
            </a:hlinkClick>
            <a:extLst>
              <a:ext uri="{FF2B5EF4-FFF2-40B4-BE49-F238E27FC236}">
                <a16:creationId xmlns:a16="http://schemas.microsoft.com/office/drawing/2014/main" id="{5226F8FC-4C1A-2F1A-8F8D-C14B63D6DBC0}"/>
              </a:ext>
            </a:extLst>
          </p:cNvPr>
          <p:cNvSpPr/>
          <p:nvPr/>
        </p:nvSpPr>
        <p:spPr>
          <a:xfrm>
            <a:off x="11184194" y="152401"/>
            <a:ext cx="1160206" cy="1135626"/>
          </a:xfrm>
          <a:prstGeom prst="actionButtonHelp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015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51EDF3F9-C51F-CF7B-5936-04A15FF57C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744" y="5463737"/>
            <a:ext cx="4448796" cy="1066949"/>
          </a:xfrm>
          <a:prstGeom prst="rect">
            <a:avLst/>
          </a:prstGeom>
        </p:spPr>
      </p:pic>
      <p:pic>
        <p:nvPicPr>
          <p:cNvPr id="6" name="Picture 5">
            <a:hlinkClick r:id="rId4" action="ppaction://hlinkfile"/>
            <a:extLst>
              <a:ext uri="{FF2B5EF4-FFF2-40B4-BE49-F238E27FC236}">
                <a16:creationId xmlns:a16="http://schemas.microsoft.com/office/drawing/2014/main" id="{45AEA550-D197-D763-0BC7-221C1EBBE7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837" y="289808"/>
            <a:ext cx="3315163" cy="876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8E8406-E2D3-900F-7647-9C957DEC85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914525"/>
          </a:xfrm>
          <a:prstGeom prst="rect">
            <a:avLst/>
          </a:prstGeom>
        </p:spPr>
      </p:pic>
      <p:pic>
        <p:nvPicPr>
          <p:cNvPr id="10" name="Picture 9">
            <a:hlinkClick r:id="rId7"/>
            <a:extLst>
              <a:ext uri="{FF2B5EF4-FFF2-40B4-BE49-F238E27FC236}">
                <a16:creationId xmlns:a16="http://schemas.microsoft.com/office/drawing/2014/main" id="{232C0670-CD40-35AB-24A4-7AF7C12F21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55" y="385071"/>
            <a:ext cx="2505425" cy="7811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DA637E-A46F-65C7-6E2A-3D894F9408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696" y="2095197"/>
            <a:ext cx="6111001" cy="31878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20606D-5BC0-22C1-327C-5BE227FF225E}"/>
              </a:ext>
            </a:extLst>
          </p:cNvPr>
          <p:cNvSpPr txBox="1"/>
          <p:nvPr/>
        </p:nvSpPr>
        <p:spPr>
          <a:xfrm>
            <a:off x="5641258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142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hlinkClick r:id="rId2" action="ppaction://hlinksldjump"/>
            <a:extLst>
              <a:ext uri="{FF2B5EF4-FFF2-40B4-BE49-F238E27FC236}">
                <a16:creationId xmlns:a16="http://schemas.microsoft.com/office/drawing/2014/main" id="{39FA4A6D-00A1-4074-28C3-E722764F4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196" y="1785858"/>
            <a:ext cx="4977084" cy="910095"/>
          </a:xfrm>
          <a:prstGeom prst="rect">
            <a:avLst/>
          </a:prstGeom>
        </p:spPr>
      </p:pic>
      <p:pic>
        <p:nvPicPr>
          <p:cNvPr id="17" name="Picture 16">
            <a:hlinkClick r:id="rId4" action="ppaction://hlinksldjump"/>
            <a:extLst>
              <a:ext uri="{FF2B5EF4-FFF2-40B4-BE49-F238E27FC236}">
                <a16:creationId xmlns:a16="http://schemas.microsoft.com/office/drawing/2014/main" id="{5DCB52E7-E56C-31E8-8C87-9766E367E6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724" y="6381328"/>
            <a:ext cx="762308" cy="3049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0AD107A-30AE-BF9A-9924-F5A7FC4399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40" y="1777582"/>
            <a:ext cx="1651418" cy="165141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E35C3D5-0416-A87E-B2D2-BAF989C168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2192000" cy="1914525"/>
          </a:xfrm>
          <a:prstGeom prst="rect">
            <a:avLst/>
          </a:prstGeom>
        </p:spPr>
      </p:pic>
      <p:pic>
        <p:nvPicPr>
          <p:cNvPr id="23" name="Picture 22">
            <a:hlinkClick r:id="rId2" action="ppaction://hlinksldjump"/>
            <a:extLst>
              <a:ext uri="{FF2B5EF4-FFF2-40B4-BE49-F238E27FC236}">
                <a16:creationId xmlns:a16="http://schemas.microsoft.com/office/drawing/2014/main" id="{FC61FF3D-2166-6334-30B6-ECD12DA3E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196" y="2895249"/>
            <a:ext cx="4977084" cy="910095"/>
          </a:xfrm>
          <a:prstGeom prst="rect">
            <a:avLst/>
          </a:prstGeom>
        </p:spPr>
      </p:pic>
      <p:pic>
        <p:nvPicPr>
          <p:cNvPr id="24" name="Picture 23">
            <a:hlinkClick r:id="rId2" action="ppaction://hlinksldjump"/>
            <a:extLst>
              <a:ext uri="{FF2B5EF4-FFF2-40B4-BE49-F238E27FC236}">
                <a16:creationId xmlns:a16="http://schemas.microsoft.com/office/drawing/2014/main" id="{7072F8EC-8691-B4CF-3400-3F99C4649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196" y="4003221"/>
            <a:ext cx="4977084" cy="910095"/>
          </a:xfrm>
          <a:prstGeom prst="rect">
            <a:avLst/>
          </a:prstGeom>
        </p:spPr>
      </p:pic>
      <p:pic>
        <p:nvPicPr>
          <p:cNvPr id="25" name="Picture 24">
            <a:hlinkClick r:id="rId2" action="ppaction://hlinksldjump"/>
            <a:extLst>
              <a:ext uri="{FF2B5EF4-FFF2-40B4-BE49-F238E27FC236}">
                <a16:creationId xmlns:a16="http://schemas.microsoft.com/office/drawing/2014/main" id="{36E84E26-CBFD-4E07-BC1A-17CCE40D8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196" y="5111193"/>
            <a:ext cx="4977084" cy="910095"/>
          </a:xfrm>
          <a:prstGeom prst="rect">
            <a:avLst/>
          </a:prstGeom>
        </p:spPr>
      </p:pic>
      <p:pic>
        <p:nvPicPr>
          <p:cNvPr id="26" name="Picture 25">
            <a:hlinkClick r:id="rId8"/>
            <a:extLst>
              <a:ext uri="{FF2B5EF4-FFF2-40B4-BE49-F238E27FC236}">
                <a16:creationId xmlns:a16="http://schemas.microsoft.com/office/drawing/2014/main" id="{62C63DE9-2F1B-1023-BC01-B5BBC37B60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55" y="385071"/>
            <a:ext cx="2505425" cy="781159"/>
          </a:xfrm>
          <a:prstGeom prst="rect">
            <a:avLst/>
          </a:prstGeom>
        </p:spPr>
      </p:pic>
      <p:pic>
        <p:nvPicPr>
          <p:cNvPr id="27" name="Picture 26">
            <a:hlinkClick r:id="rId10" action="ppaction://hlinkfile"/>
            <a:extLst>
              <a:ext uri="{FF2B5EF4-FFF2-40B4-BE49-F238E27FC236}">
                <a16:creationId xmlns:a16="http://schemas.microsoft.com/office/drawing/2014/main" id="{693482CD-429E-A2B9-4BCD-EABFD4ABF38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837" y="289808"/>
            <a:ext cx="3315163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92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9FA4A6D-00A1-4074-28C3-E722764F4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196" y="1785858"/>
            <a:ext cx="4977084" cy="910095"/>
          </a:xfrm>
          <a:prstGeom prst="rect">
            <a:avLst/>
          </a:prstGeom>
        </p:spPr>
      </p:pic>
      <p:pic>
        <p:nvPicPr>
          <p:cNvPr id="17" name="Picture 16">
            <a:hlinkClick r:id="rId4" action="ppaction://hlinksldjump"/>
            <a:extLst>
              <a:ext uri="{FF2B5EF4-FFF2-40B4-BE49-F238E27FC236}">
                <a16:creationId xmlns:a16="http://schemas.microsoft.com/office/drawing/2014/main" id="{5DCB52E7-E56C-31E8-8C87-9766E367E6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724" y="6381328"/>
            <a:ext cx="762308" cy="3049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0AD107A-30AE-BF9A-9924-F5A7FC4399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40" y="1777582"/>
            <a:ext cx="1651418" cy="165141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E35C3D5-0416-A87E-B2D2-BAF989C168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2192000" cy="19145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C61FF3D-2166-6334-30B6-ECD12DA3E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196" y="2895249"/>
            <a:ext cx="4977084" cy="9100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72F8EC-8691-B4CF-3400-3F99C4649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196" y="4003221"/>
            <a:ext cx="4977084" cy="91009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6E84E26-CBFD-4E07-BC1A-17CCE40D8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196" y="5111193"/>
            <a:ext cx="4977084" cy="910095"/>
          </a:xfrm>
          <a:prstGeom prst="rect">
            <a:avLst/>
          </a:prstGeom>
        </p:spPr>
      </p:pic>
      <p:pic>
        <p:nvPicPr>
          <p:cNvPr id="26" name="Picture 25">
            <a:hlinkClick r:id="rId8"/>
            <a:extLst>
              <a:ext uri="{FF2B5EF4-FFF2-40B4-BE49-F238E27FC236}">
                <a16:creationId xmlns:a16="http://schemas.microsoft.com/office/drawing/2014/main" id="{62C63DE9-2F1B-1023-BC01-B5BBC37B60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55" y="385071"/>
            <a:ext cx="2505425" cy="781159"/>
          </a:xfrm>
          <a:prstGeom prst="rect">
            <a:avLst/>
          </a:prstGeom>
        </p:spPr>
      </p:pic>
      <p:pic>
        <p:nvPicPr>
          <p:cNvPr id="27" name="Picture 26">
            <a:hlinkClick r:id="rId10" action="ppaction://hlinkfile"/>
            <a:extLst>
              <a:ext uri="{FF2B5EF4-FFF2-40B4-BE49-F238E27FC236}">
                <a16:creationId xmlns:a16="http://schemas.microsoft.com/office/drawing/2014/main" id="{693482CD-429E-A2B9-4BCD-EABFD4ABF38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837" y="289808"/>
            <a:ext cx="3315163" cy="87642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FCA14BD-381A-F28C-CA0C-9D89FA681AC1}"/>
              </a:ext>
            </a:extLst>
          </p:cNvPr>
          <p:cNvSpPr/>
          <p:nvPr/>
        </p:nvSpPr>
        <p:spPr>
          <a:xfrm>
            <a:off x="-168696" y="-387424"/>
            <a:ext cx="12673408" cy="7245424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1D0127-7E3C-549A-BD3A-4DD0B707602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692211"/>
            <a:ext cx="10178634" cy="5725482"/>
          </a:xfrm>
          <a:prstGeom prst="rect">
            <a:avLst/>
          </a:prstGeom>
        </p:spPr>
      </p:pic>
      <p:pic>
        <p:nvPicPr>
          <p:cNvPr id="7" name="Picture 6">
            <a:hlinkClick r:id="rId13" action="ppaction://hlinksldjump"/>
            <a:extLst>
              <a:ext uri="{FF2B5EF4-FFF2-40B4-BE49-F238E27FC236}">
                <a16:creationId xmlns:a16="http://schemas.microsoft.com/office/drawing/2014/main" id="{30E9BFFB-8835-D065-0FF4-C806D0055D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724" y="6381328"/>
            <a:ext cx="762308" cy="3049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5E2B51-0EB7-F870-6914-7D55572EDD3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413" y="5158198"/>
            <a:ext cx="4021811" cy="56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1340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>
        <p159:morph option="byObject"/>
        <p:sndAc>
          <p:stSnd>
            <p:snd r:embed="rId2" name="wind.wav"/>
          </p:stSnd>
        </p:sndAc>
      </p:transition>
    </mc:Choice>
    <mc:Fallback>
      <p:transition spd="slow" advClick="0">
        <p:fade/>
        <p:sndAc>
          <p:stSnd>
            <p:snd r:embed="rId2" name="wind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8</Words>
  <Application>Microsoft Office PowerPoint</Application>
  <PresentationFormat>Widescreen</PresentationFormat>
  <Paragraphs>6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53Veda U</vt:lpstr>
      <vt:lpstr>AgitProp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Sultan Bekirov</dc:creator>
  <cp:lastModifiedBy>Sultan Bekirov</cp:lastModifiedBy>
  <cp:revision>50</cp:revision>
  <dcterms:created xsi:type="dcterms:W3CDTF">2024-07-17T14:17:50Z</dcterms:created>
  <dcterms:modified xsi:type="dcterms:W3CDTF">2024-08-31T16:14:19Z</dcterms:modified>
</cp:coreProperties>
</file>